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F0502020204030204" pitchFamily="34" charset="0"/>
      <p:regular r:id="rId14"/>
      <p:bold r:id="rId15"/>
      <p:italic r:id="rId16"/>
      <p:boldItalic r:id="rId17"/>
    </p:embeddedFont>
    <p:embeddedFont>
      <p:font typeface="Montserrat" panose="020F0502020204030204" pitchFamily="2" charset="-18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8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1ef774c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61ef774c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1ef774c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1ef774cf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670acbd6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670acbd6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61ef774c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61ef774c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61ef774cf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61ef774cf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1ef774c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61ef774c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670acbd66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670acbd66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Itt fogjuk bemutatni a weboldalt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670acbd6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670acbd6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670acbd66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670acbd66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bf1eb43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6bf1eb43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logo.com/image/visual-studio-code-log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content.fbud5-1.fna.fbcdn.net/v/t39.30808-1/462370681_1348417393155087_894159836246323029_n.jpg?stp=dst-jpg_s200x200_tt6&amp;_nc_cat=102&amp;ccb=1-7&amp;_nc_sid=2d3e12&amp;_nc_ohc=z1wm1rg42HcQ7kNvwESr1l5&amp;_nc_oc=AdrXnFZ4w78zrD4rOqeF57GkZXk_li8YJWTGaiY-kp1J8L9JW_ZDctqn-fruZNFGqXw&amp;_nc_zt=24&amp;_nc_ht=scontent.fbud5-1.fna&amp;_nc_gid=l0dScvijSKl4ieQiwE1Vcg&amp;_nc_ss=7a389&amp;oh=00_Af3-bv4b4JxVbd6LqiDk2wBFXnKMd48IkzOPnG-0d-ELVw&amp;oe=69E6ECFD" TargetMode="External"/><Relationship Id="rId5" Type="http://schemas.openxmlformats.org/officeDocument/2006/relationships/hyperlink" Target="https://www.opus-software.com.br/wp-content/uploads/2018/09/nodejs.jpg" TargetMode="External"/><Relationship Id="rId4" Type="http://schemas.openxmlformats.org/officeDocument/2006/relationships/hyperlink" Target="https://thectoclub.com/wp-content/cache/thectoclub.com/static/static.crozdesk.com/web-app-library-providers-logos-000-000-035-pub-github-1678116498-logo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472750" y="1020275"/>
            <a:ext cx="4198500" cy="93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5000" i="1"/>
              <a:t>Slice Tune</a:t>
            </a:r>
            <a:endParaRPr sz="5000" i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564100" y="2480900"/>
            <a:ext cx="40158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>
                <a:latin typeface="Arial"/>
                <a:ea typeface="Arial"/>
                <a:cs typeface="Arial"/>
                <a:sym typeface="Arial"/>
              </a:rPr>
              <a:t>Csapat tagok: Mader-Piros Botond, Szemán Gergő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/>
              <a:t>K</a:t>
            </a:r>
            <a:r>
              <a:rPr lang="hu" sz="1200">
                <a:latin typeface="Arial"/>
                <a:ea typeface="Arial"/>
                <a:cs typeface="Arial"/>
                <a:sym typeface="Arial"/>
              </a:rPr>
              <a:t>onzulensek: Dorogházi Donát, Szilasi István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758050" y="4209300"/>
            <a:ext cx="36279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i="1">
                <a:latin typeface="Arial"/>
                <a:ea typeface="Arial"/>
                <a:cs typeface="Arial"/>
                <a:sym typeface="Arial"/>
              </a:rPr>
              <a:t>Bolyai János Műszaki Technikum és Kollégium</a:t>
            </a:r>
            <a:endParaRPr i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00" y="328766"/>
            <a:ext cx="1278652" cy="127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1</a:t>
            </a:fld>
            <a:r>
              <a:rPr lang="hu"/>
              <a:t>/11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1297500" y="301050"/>
            <a:ext cx="7038900" cy="7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Bevezetés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1297500" y="1071450"/>
            <a:ext cx="7038900" cy="8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" sz="1900">
                <a:solidFill>
                  <a:schemeClr val="dk1"/>
                </a:solidFill>
              </a:rPr>
              <a:t>Ez egy zenelejátszó és megosztó oldal amit az adminok a felhasználókkal felügyelnek hogy minden adat stimmeljen.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312" y="1984950"/>
            <a:ext cx="7769375" cy="29704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801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2</a:t>
            </a:fld>
            <a:r>
              <a:rPr lang="hu"/>
              <a:t>/11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00775" y="445025"/>
            <a:ext cx="803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Munkamegosztás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1324375" y="1152475"/>
            <a:ext cx="750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Frontend: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Mader-Piros Botond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h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UI/UX, Weboldal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Backend: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Szemán Gergő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h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Adatbázis, API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3</a:t>
            </a:fld>
            <a:r>
              <a:rPr lang="hu"/>
              <a:t>/11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4161825" y="339875"/>
            <a:ext cx="3360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Követelmények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727700" y="1744650"/>
            <a:ext cx="32745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200">
                <a:solidFill>
                  <a:schemeClr val="dk1"/>
                </a:solidFill>
              </a:rPr>
              <a:t>Funkcionális:</a:t>
            </a:r>
            <a:endParaRPr sz="22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Felhasználók kezelése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Fájlok fel- és letöltése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Fájlok online lejátszása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Címke rendszer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Jelentések és moderáció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745425" y="1744650"/>
            <a:ext cx="32745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200">
                <a:solidFill>
                  <a:schemeClr val="dk1"/>
                </a:solidFill>
              </a:rPr>
              <a:t>Nem funkcionális:</a:t>
            </a:r>
            <a:endParaRPr sz="22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Reszponzivitás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Gyors teljesítmény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Felhasználó barátság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4</a:t>
            </a:fld>
            <a:r>
              <a:rPr lang="hu"/>
              <a:t>/11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Felhasznált technológiák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563075"/>
            <a:ext cx="8520600" cy="30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Frontend: React</a:t>
            </a:r>
            <a:r>
              <a:rPr lang="hu">
                <a:solidFill>
                  <a:schemeClr val="dk1"/>
                </a:solidFill>
              </a:rPr>
              <a:t>, Vite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Backend: Express, Node.js, Multer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Adatbázis: MySql, XAMPP, Docker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Fejlesztő környezet: Visual Studio Code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Verzió kezelés: GitHub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475" y="1578463"/>
            <a:ext cx="3002950" cy="18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769" y="168288"/>
            <a:ext cx="1338475" cy="13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375" y="3581650"/>
            <a:ext cx="1475175" cy="14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5</a:t>
            </a:fld>
            <a:r>
              <a:rPr lang="hu"/>
              <a:t>/11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768425" y="305150"/>
            <a:ext cx="29721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Adatbázis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350" y="965338"/>
            <a:ext cx="5525204" cy="40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6</a:t>
            </a:fld>
            <a:r>
              <a:rPr lang="hu"/>
              <a:t>/11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160300" y="179050"/>
            <a:ext cx="78378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Funkciók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08400" y="1031775"/>
            <a:ext cx="63909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Felhasználói profil regisztrálása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Bejelentkezés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Felhasználói profil kezelése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Zenék feltöltése/letöltése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Lejátszási listák készítése, módosítása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Albumok, zenék, előadók, stb. alapján való keresés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Jelentési rendszer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408850" y="1918600"/>
            <a:ext cx="32964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Album opciók lekérése: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7</a:t>
            </a:fld>
            <a:r>
              <a:rPr lang="hu"/>
              <a:t>/11</a:t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3879000" y="2238750"/>
            <a:ext cx="13860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8</a:t>
            </a:fld>
            <a:r>
              <a:rPr lang="hu"/>
              <a:t>/11</a:t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1154975" y="660600"/>
            <a:ext cx="72615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220"/>
              <a:t>Kitekintés</a:t>
            </a:r>
            <a:endParaRPr sz="3220"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257800" y="2033100"/>
            <a:ext cx="8520600" cy="25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zenék szabad rendezése a lejátszási listán belül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lejátszási listáid sorrenjének szabad redezése a saját főoldaladon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Mobilalkalmazás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Kétlépcsős azonosítás bevezetése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9</a:t>
            </a:fld>
            <a:r>
              <a:rPr lang="hu"/>
              <a:t>/11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figyelmet!</a:t>
            </a:r>
            <a:br>
              <a:rPr lang="hu"/>
            </a:br>
            <a:r>
              <a:rPr lang="hu" sz="1800"/>
              <a:t>Kérdéseiket várjuk!</a:t>
            </a:r>
            <a:endParaRPr sz="1800"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10</a:t>
            </a:fld>
            <a:r>
              <a:rPr lang="hu"/>
              <a:t>/11</a:t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Források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91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3"/>
              </a:rPr>
              <a:t>https://freepnglogo.com/image/visual-studio-code-logo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4"/>
              </a:rPr>
              <a:t>https://thectoclub.com/wp-content/cache/thectoclub.com/static/static.crozdesk.com/web-app-library-providers-logos-000-000-035-pub-github-1678116498-logo.png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5"/>
              </a:rPr>
              <a:t>https://www.opus-software.com.br/wp-content/uploads/2018/09/nodejs.jpg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6"/>
              </a:rPr>
              <a:t>https://scontent.fbud5-1.fna.fbcdn.net/v/t39.30808-1/462370681_1348417393155087_894159836246323029_n.jpg?stp=dst-jpg_s200x200_tt6&amp;_nc_cat=102&amp;ccb=1-7&amp;_nc_sid=2d3e12&amp;_nc_ohc=z1wm1rg42HcQ7kNvwESr1l5&amp;_nc_oc=AdrXnFZ4w78zrD4rOqeF57GkZXk_li8YJWTGaiY-kp1J8L9JW_ZDctqn-fruZNFGqXw&amp;_nc_zt=24&amp;_nc_ht=scontent.fbud5-1.fna&amp;_nc_gid=l0dScvijSKl4ieQiwE1Vcg&amp;_nc_ss=7a389&amp;oh=00_Af3-bv4b4JxVbd6LqiDk2wBFXnKMd48IkzOPnG-0d-ELVw&amp;oe=69E6ECF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11</a:t>
            </a:fld>
            <a:r>
              <a:rPr lang="hu"/>
              <a:t>/11</a:t>
            </a:r>
            <a:endParaRPr/>
          </a:p>
        </p:txBody>
      </p:sp>
      <p:sp>
        <p:nvSpPr>
          <p:cNvPr id="143" name="Google Shape;143;p23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1004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Diavetítés a képernyőre (16:9 oldalarány)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Lato</vt:lpstr>
      <vt:lpstr>Simple Light</vt:lpstr>
      <vt:lpstr>Slice Tune</vt:lpstr>
      <vt:lpstr>Bevezetés</vt:lpstr>
      <vt:lpstr>Munkamegosztás</vt:lpstr>
      <vt:lpstr>Követelmények</vt:lpstr>
      <vt:lpstr>Felhasznált technológiák</vt:lpstr>
      <vt:lpstr>Adatbázis</vt:lpstr>
      <vt:lpstr>Funkciók</vt:lpstr>
      <vt:lpstr>PowerPoint-bemutató</vt:lpstr>
      <vt:lpstr>Kitekintés</vt:lpstr>
      <vt:lpstr>Köszönjük a figyelmet! Kérdéseiket várjuk!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Botond Mader-Piros</cp:lastModifiedBy>
  <cp:revision>1</cp:revision>
  <dcterms:modified xsi:type="dcterms:W3CDTF">2026-04-17T06:01:32Z</dcterms:modified>
</cp:coreProperties>
</file>